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1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47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19" y="594360"/>
            <a:ext cx="10420453" cy="50292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777240" y="1234440"/>
            <a:ext cx="5943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TÍTULO DO TCC / PROJETO INTEGRADO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804672" y="2057400"/>
            <a:ext cx="56692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</a:rPr>
              <a:t>Subtítulo: problema educacional, tecnologia emergente e público-alvo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4672" y="4434840"/>
            <a:ext cx="6035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Curso de Especialização em Gestão de Políticas Educacionais e Transformação Digital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" y="4892040"/>
            <a:ext cx="6035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Equipe: Nome 1 · Nome 2 · Nome 3 · Nome 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Orientação: Prof. Dr. Washington Almeida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1827"/>
          </a:solidFill>
          <a:ln w="12700">
            <a:solidFill>
              <a:srgbClr val="09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10698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9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Problema e contexto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143000"/>
            <a:ext cx="100584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470"/>
                </a:solidFill>
              </a:rPr>
              <a:t>Mostre o problema real que motivou o trabalho.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64008" cy="320040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1828800"/>
            <a:ext cx="31821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91827"/>
                </a:solidFill>
              </a:rPr>
              <a:t>Contexto educacional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8408" y="2176272"/>
            <a:ext cx="3127248" cy="2798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</a:rPr>
              <a:t>• Onde ocorre?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</a:rPr>
              <a:t>• Quem é impactado?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</a:rPr>
              <a:t>• Qual evidência inicial sustenta o problema?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64008" cy="3200400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636008" y="1828800"/>
            <a:ext cx="31821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91827"/>
                </a:solidFill>
              </a:rPr>
              <a:t>Problema central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2176272"/>
            <a:ext cx="3127248" cy="2798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</a:rPr>
              <a:t>Formulação objetiva em uma frase: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</a:rPr>
              <a:t>“Como melhorar / reduzir / ampliar ______ para ______?”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828800"/>
            <a:ext cx="64008" cy="3200400"/>
          </a:xfrm>
          <a:prstGeom prst="rect">
            <a:avLst/>
          </a:prstGeom>
          <a:solidFill>
            <a:srgbClr val="7A144D"/>
          </a:solidFill>
          <a:ln w="12700">
            <a:solidFill>
              <a:srgbClr val="7A14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293608" y="1828800"/>
            <a:ext cx="31821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91827"/>
                </a:solidFill>
              </a:rPr>
              <a:t>Justificativa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93608" y="2176272"/>
            <a:ext cx="3127248" cy="2798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</a:rPr>
              <a:t>Explique relevância, urgência, relação com política pública, equidade e transformação digital.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715000"/>
            <a:ext cx="9875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B6470"/>
                </a:solidFill>
              </a:rPr>
              <a:t>Dica: use dados atuais, indicadores, diagnóstico local e relatos institucionais.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8428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4.png"/>
          <p:cNvPicPr>
            <a:picLocks noChangeAspect="1"/>
          </p:cNvPicPr>
          <p:nvPr/>
        </p:nvPicPr>
        <p:blipFill>
          <a:blip r:embed="rId3"/>
          <a:srcRect t="81802"/>
          <a:stretch/>
        </p:blipFill>
        <p:spPr>
          <a:xfrm>
            <a:off x="305" y="5609968"/>
            <a:ext cx="12191695" cy="12480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91827">
              <a:alpha val="98000"/>
            </a:srgbClr>
          </a:solidFill>
          <a:ln w="12700">
            <a:solidFill>
              <a:srgbClr val="09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21792" y="667512"/>
            <a:ext cx="10698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9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Objetivos e fundamentação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58368" y="1143000"/>
            <a:ext cx="100584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470"/>
                </a:solidFill>
              </a:rPr>
              <a:t>Conecte objetivo, base teórica e critérios de análise.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3291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1827"/>
                </a:solidFill>
              </a:rPr>
              <a:t>Objetivo geral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329184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470"/>
                </a:solidFill>
              </a:rPr>
              <a:t>Descrever a finalidade principal da proposta em uma frase clara e verificável.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0" y="1828800"/>
            <a:ext cx="3291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1827"/>
                </a:solidFill>
              </a:rPr>
              <a:t>Objetivos específicos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0" y="2240280"/>
            <a:ext cx="32918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470"/>
                </a:solidFill>
              </a:rPr>
              <a:t>1. Diagnosticar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470"/>
                </a:solidFill>
              </a:rPr>
              <a:t>2. Desenhar solução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470"/>
                </a:solidFill>
              </a:rPr>
              <a:t>3. Planejar implementação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470"/>
                </a:solidFill>
              </a:rPr>
              <a:t>4. Definir avaliação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75320" y="1828800"/>
            <a:ext cx="29260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1827"/>
                </a:solidFill>
              </a:rPr>
              <a:t>Fundamentação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75320" y="2240280"/>
            <a:ext cx="28803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470"/>
                </a:solidFill>
              </a:rPr>
              <a:t>Políticas públicas, educação híbrida, transformação digital, equidade, ética e proteção de dados.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977640"/>
            <a:ext cx="9966960" cy="0"/>
          </a:xfrm>
          <a:prstGeom prst="line">
            <a:avLst/>
          </a:prstGeom>
          <a:noFill/>
          <a:ln w="25400">
            <a:solidFill>
              <a:srgbClr val="FF6A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58952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1827"/>
                </a:solidFill>
              </a:rPr>
              <a:t>Diagnóstico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3756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1827"/>
                </a:solidFill>
              </a:rPr>
              <a:t>Proposta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1827"/>
                </a:solidFill>
              </a:rPr>
              <a:t>Implementação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54964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1827"/>
                </a:solidFill>
              </a:rPr>
              <a:t>Avaliação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38428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1827"/>
          </a:solidFill>
          <a:ln w="12700">
            <a:solidFill>
              <a:srgbClr val="09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10698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9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Proposta de solução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143000"/>
            <a:ext cx="100584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470"/>
                </a:solidFill>
              </a:rPr>
              <a:t>Apresente o produto, plano ou política educacional.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91827"/>
                </a:solidFill>
              </a:rPr>
              <a:t>Solução proposta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470"/>
                </a:solidFill>
              </a:rPr>
              <a:t>Descreva o que será entregue: tecnologia, formação, plataforma, fluxo, protocolo, laboratório virtual, uso de IA ou outra tecnologia emergente.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47548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91827"/>
                </a:solidFill>
              </a:rPr>
              <a:t>Valor público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407408"/>
            <a:ext cx="48463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470"/>
                </a:solidFill>
              </a:rPr>
              <a:t>Mostre como a proposta gera inclusão, aprendizagem, eficiência, transparência ou melhoria de gestão.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4754880" cy="3520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720840" y="2880360"/>
            <a:ext cx="4160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A3AD"/>
                </a:solidFill>
              </a:rPr>
              <a:t>Inserir aqui uma imagem, protótipo ou fluxograma da solução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38428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4.png"/>
          <p:cNvPicPr>
            <a:picLocks noChangeAspect="1"/>
          </p:cNvPicPr>
          <p:nvPr/>
        </p:nvPicPr>
        <p:blipFill>
          <a:blip r:embed="rId3"/>
          <a:srcRect t="81802"/>
          <a:stretch/>
        </p:blipFill>
        <p:spPr>
          <a:xfrm>
            <a:off x="0" y="5609968"/>
            <a:ext cx="12191695" cy="12480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91827">
              <a:alpha val="98000"/>
            </a:srgbClr>
          </a:solidFill>
          <a:ln w="12700">
            <a:solidFill>
              <a:srgbClr val="09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21792" y="667512"/>
            <a:ext cx="10698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9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Implementação e gestão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58368" y="1143000"/>
            <a:ext cx="100584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470"/>
                </a:solidFill>
              </a:rPr>
              <a:t>Mostre como a solução sairia do papel.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77240" y="1828800"/>
            <a:ext cx="64008" cy="32918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978408" y="1828800"/>
            <a:ext cx="27249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91827"/>
                </a:solidFill>
              </a:rPr>
              <a:t>Etapas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78408" y="2176272"/>
            <a:ext cx="2670048" cy="2889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</a:rPr>
              <a:t>1. Preparação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</a:rPr>
              <a:t>2. Piloto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</a:rPr>
              <a:t>3. Capacitação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</a:rPr>
              <a:t>4. Implantação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</a:rPr>
              <a:t>5. Monitoramento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160520" y="1828800"/>
            <a:ext cx="64008" cy="3291840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361688" y="1828800"/>
            <a:ext cx="27249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91827"/>
                </a:solidFill>
              </a:rPr>
              <a:t>Recursos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61688" y="2176272"/>
            <a:ext cx="2670048" cy="2889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</a:rPr>
              <a:t>Equipe, infraestrutura, dados, ferramentas, orçamento, governança e apoio institucional.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543800" y="1828800"/>
            <a:ext cx="64008" cy="3291840"/>
          </a:xfrm>
          <a:prstGeom prst="rect">
            <a:avLst/>
          </a:prstGeom>
          <a:solidFill>
            <a:srgbClr val="7A144D"/>
          </a:solidFill>
          <a:ln w="12700">
            <a:solidFill>
              <a:srgbClr val="7A14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744968" y="1828800"/>
            <a:ext cx="309067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91827"/>
                </a:solidFill>
              </a:rPr>
              <a:t>Riscos e mitigação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744968" y="2176272"/>
            <a:ext cx="3035808" cy="2889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</a:rPr>
              <a:t>Privacidade, adesão docente, acesso desigual, qualidade dos dados, sustentabilidade e manutenção.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38428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1827"/>
          </a:solidFill>
          <a:ln w="12700">
            <a:solidFill>
              <a:srgbClr val="09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10698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9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Resultados esperados e avaliação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143000"/>
            <a:ext cx="100584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470"/>
                </a:solidFill>
              </a:rPr>
              <a:t>Defina evidências para demonstrar impacto.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0698480" cy="539496"/>
          </a:xfrm>
          <a:prstGeom prst="rect">
            <a:avLst/>
          </a:prstGeom>
          <a:solidFill>
            <a:srgbClr val="091827"/>
          </a:solidFill>
          <a:ln w="508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86968" y="1993392"/>
            <a:ext cx="1783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Dimensão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52928" y="1993392"/>
            <a:ext cx="3703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Indicador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39128" y="1993392"/>
            <a:ext cx="46634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Como medir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441448"/>
            <a:ext cx="1069848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86968" y="2560320"/>
            <a:ext cx="1783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B6470"/>
                </a:solidFill>
              </a:rPr>
              <a:t>Aprendizagem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852928" y="2560320"/>
            <a:ext cx="3703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B6470"/>
                </a:solidFill>
              </a:rPr>
              <a:t>Melhoria no desempenho / engajamento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739128" y="2560320"/>
            <a:ext cx="46634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B6470"/>
                </a:solidFill>
              </a:rPr>
              <a:t>Pré e pós-teste, rubricas, participação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" y="3008376"/>
            <a:ext cx="10698480" cy="539496"/>
          </a:xfrm>
          <a:prstGeom prst="rect">
            <a:avLst/>
          </a:prstGeom>
          <a:solidFill>
            <a:srgbClr val="F4F6F8"/>
          </a:solidFill>
          <a:ln w="508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86968" y="3127248"/>
            <a:ext cx="1783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B6470"/>
                </a:solidFill>
              </a:rPr>
              <a:t>Equidade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2852928" y="3127248"/>
            <a:ext cx="3703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B6470"/>
                </a:solidFill>
              </a:rPr>
              <a:t>Acesso e permanência de grupos prioritários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739128" y="3127248"/>
            <a:ext cx="46634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B6470"/>
                </a:solidFill>
              </a:rPr>
              <a:t>Recorte por público, frequência, uso da solução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77240" y="3575304"/>
            <a:ext cx="1069848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86968" y="3694176"/>
            <a:ext cx="1783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B6470"/>
                </a:solidFill>
              </a:rPr>
              <a:t>Gestão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852928" y="3694176"/>
            <a:ext cx="3703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B6470"/>
                </a:solidFill>
              </a:rPr>
              <a:t>Tempo, custo ou qualidade do processo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739128" y="3694176"/>
            <a:ext cx="46634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B6470"/>
                </a:solidFill>
              </a:rPr>
              <a:t>Relatórios administrativos e indicadores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77240" y="4142232"/>
            <a:ext cx="10698480" cy="539496"/>
          </a:xfrm>
          <a:prstGeom prst="rect">
            <a:avLst/>
          </a:prstGeom>
          <a:solidFill>
            <a:srgbClr val="F4F6F8"/>
          </a:solidFill>
          <a:ln w="508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86968" y="4261104"/>
            <a:ext cx="1783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B6470"/>
                </a:solidFill>
              </a:rPr>
              <a:t>Tecnologia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2852928" y="4261104"/>
            <a:ext cx="3703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B6470"/>
                </a:solidFill>
              </a:rPr>
              <a:t>Uso, disponibilidade e satisfação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739128" y="4261104"/>
            <a:ext cx="46634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B6470"/>
                </a:solidFill>
              </a:rPr>
              <a:t>Logs, questionário e suporte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822960" y="5687568"/>
            <a:ext cx="9875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B6470"/>
                </a:solidFill>
              </a:rPr>
              <a:t>Dica: escolha poucos indicadores e explique a fonte dos dados.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8428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960120"/>
            <a:ext cx="63093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Conclusão e continuidade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868680" y="1874520"/>
            <a:ext cx="58521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• Síntese do problema e da solução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• Contribuição para a política pública educacional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• Limitações do trabalho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• Próximos passos e possibilidades de ampliação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68680" y="4892040"/>
            <a:ext cx="493776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Perguntas?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138428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458</Words>
  <Application>Microsoft Office PowerPoint</Application>
  <PresentationFormat>Widescreen</PresentationFormat>
  <Paragraphs>88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NEES / UFAL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de apresentação do TCC</dc:title>
  <dc:subject>Template de apresentação de TCC - Projeto Integrado</dc:subject>
  <dc:creator>Washington Almeida</dc:creator>
  <cp:lastModifiedBy>Washington Henrique Carvalho Almeida</cp:lastModifiedBy>
  <cp:revision>2</cp:revision>
  <dcterms:created xsi:type="dcterms:W3CDTF">2026-08-05T10:51:43Z</dcterms:created>
  <dcterms:modified xsi:type="dcterms:W3CDTF">2026-08-05T10:54:20Z</dcterms:modified>
</cp:coreProperties>
</file>